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91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4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93E17-1A4E-4058-8E1A-294FF42E3C2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0549A-FBCD-48E0-9986-F1677B8286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49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0549A-FBCD-48E0-9986-F1677B8286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8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C248-003D-5108-BC17-8FFD6295F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21135-97AF-6BE2-9BD1-622C4605E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CB8A4-BD8A-5254-5282-DE15767B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E95BA-D8BE-F98F-05CC-21D1E6C8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4B37E-7338-188E-EED4-1742DCFB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2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8984-A8E2-23FE-3F22-65AAA03C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29C5D-F075-25D6-2CF2-E3EC3D77B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54ECE-7216-07B6-CF83-4D1C593B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38E5C-E1AE-6A9C-803B-980305CB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4005C-2BAF-4811-51DF-0ACFB4F5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65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E683-6D1A-5FEE-3CE2-3DD74DF7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10B37-AB3B-C8E1-0C73-2902275C6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50C68-FB16-70B6-3007-7BC0085A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C0460-2C5F-FE15-4604-9521D3C71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ABDA3-72AB-9A91-EA65-59067491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7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4562A-61A0-9341-C70B-19524971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15E37-81D6-F9C3-25B6-B1627045E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A672-5E33-F8FC-8813-7B4D840A3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AD8C5-26CB-EA1E-0ABC-3CE145F65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3C7E2-2DB0-C1B5-E86C-5C77063F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D9838-79A7-3DCD-B1B4-0FC4B62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93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1562-CCDD-73F4-DB5A-07D884197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10DAC-4426-D883-A3EB-E47C4370B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B1833-C303-74D4-8F9D-12F738D1F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6A210D-14A3-CDEC-B3F1-CD946FCCE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B410-1EAD-F216-F2B0-D7FDA0F58F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9CACC-28AA-8809-FAA7-3047A58E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60D544-F6B1-AC23-0862-ECEDCA80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D1E583-4275-BA09-013D-6D76271E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6300-3A3D-66F5-5494-8B9A1B87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CB29-AC14-934C-CC0B-570CC88CC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827D9-C8CE-BB85-9EA0-C15A2293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3C8F7-5179-BCC7-84FC-3A42F9E9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9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005A5E-434B-165E-2D43-3CEB8BCF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B06359-D2E1-BF6F-7E44-BBB1F3616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8D2B2-3FF7-F0D7-480C-EA6D2182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74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09CC-CBF1-3B81-55EE-6D93294F9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34BE7-C71A-A5C3-3FD5-7CEAA5992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9D2B4-17A3-3C76-731C-A2A4F0CCE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57963-29C2-5391-CE2D-63920DEEC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C5B82-0B6A-F573-C41C-BCDFC408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65102-20E6-67BE-4A82-A308239E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F471-D2A7-F0AC-76BA-217C1DF3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173E16-D18D-6A3D-23F2-51C504466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25D3B-CEBC-1745-35FA-33D88B66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1D511-5713-D41D-18FF-E6F207CF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EE2DA-F43F-1317-48DD-E50CAF7C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B245C-8A9D-6C0A-AEF1-78069346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1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DE75-3951-1459-35A8-360E6AC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6AADD-851A-AD3F-1339-5D8188083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DE6C4-3A23-0A3E-BB38-7744F6B5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4FA2-3A71-620B-3846-CDDDC0FF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020DA-1250-D62A-3322-9D8516C7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9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93DD3-521E-CCD7-E9E7-D20971A33D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86550-2CD9-3D6B-ACDD-C2C802566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B2E6D-4B03-CF4C-B6E0-B940A1FCA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E406A-0430-A57F-B9CE-89A9050C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8DEFF-97FB-BCCE-4EB4-5E9C88A3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9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5320D-EB0B-76AC-240A-A9F51D60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42501-F412-397B-E7B6-E05D35E8A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5FF08-3002-7C9D-CC24-756DAC066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CD460-0F4F-4513-B154-9DC33968267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E4D58-83B5-1842-5906-C12A9450A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71EF-4C6D-55E6-1CC2-5E39F4F36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BBEC4-0F78-4F27-881F-9834562B9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7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070BF-8D83-FCDA-4DF5-4C3CC301C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6" y="673770"/>
            <a:ext cx="3644489" cy="24144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Sphereoplex</a:t>
            </a:r>
            <a:endParaRPr lang="en-US" sz="5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05D5B-0233-C923-E541-1231FE616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484" y="1951911"/>
            <a:ext cx="6090856" cy="529464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b="1" dirty="0"/>
              <a:t>Vibing out the dimensionality of affect</a:t>
            </a:r>
          </a:p>
        </p:txBody>
      </p:sp>
    </p:spTree>
    <p:extLst>
      <p:ext uri="{BB962C8B-B14F-4D97-AF65-F5344CB8AC3E}">
        <p14:creationId xmlns:p14="http://schemas.microsoft.com/office/powerpoint/2010/main" val="345146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7663B-DC69-F566-6C5C-C0A1FE949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Text Embedding Models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5FD66B2-EB9D-37BC-844C-9E044151A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Measures the semantic meaning of words</a:t>
            </a:r>
          </a:p>
          <a:p>
            <a:r>
              <a:rPr lang="en-US" sz="2200"/>
              <a:t>Input text -&gt; output vectors</a:t>
            </a:r>
          </a:p>
          <a:p>
            <a:pPr lvl="1"/>
            <a:r>
              <a:rPr lang="en-US" sz="2200"/>
              <a:t>“this is a tree that I loved climbing as a child” -&gt;</a:t>
            </a:r>
          </a:p>
          <a:p>
            <a:pPr lvl="1"/>
            <a:r>
              <a:rPr lang="en-US" sz="2200"/>
              <a:t>[ 0.01957703, -0.01119995, -0.00603867,  0.01118469, -0.01532745,         -0.02481079,  0.01232910,  0.01969910, -0.04669189,  0.02142334, ... ]</a:t>
            </a:r>
          </a:p>
          <a:p>
            <a:pPr marL="0" indent="0">
              <a:buNone/>
            </a:pPr>
            <a:r>
              <a:rPr lang="en-US" sz="2200"/>
              <a:t>	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56797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2E23B-B91D-E63E-D650-56E7B8FC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Text Embedding Models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16623-3E72-41EE-6A51-83A02470B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Vectors are linearly composable!! (technically)</a:t>
            </a:r>
          </a:p>
        </p:txBody>
      </p:sp>
      <p:pic>
        <p:nvPicPr>
          <p:cNvPr id="3074" name="Picture 2" descr="word embedding vector math">
            <a:extLst>
              <a:ext uri="{FF2B5EF4-FFF2-40B4-BE49-F238E27FC236}">
                <a16:creationId xmlns:a16="http://schemas.microsoft.com/office/drawing/2014/main" id="{8054EF0A-6B0F-85E4-9E53-DC3992634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4108" y="1567162"/>
            <a:ext cx="6903720" cy="357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25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0FAC4-C61E-F651-A1D3-44BD511F9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Cosine Similarity</a:t>
            </a:r>
          </a:p>
        </p:txBody>
      </p:sp>
      <p:sp>
        <p:nvSpPr>
          <p:cNvPr id="513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GitHub - OmarHanyMohamed/Content-Based-Recommendation-System ...">
            <a:extLst>
              <a:ext uri="{FF2B5EF4-FFF2-40B4-BE49-F238E27FC236}">
                <a16:creationId xmlns:a16="http://schemas.microsoft.com/office/drawing/2014/main" id="{321FA4B9-1455-BA5F-B171-77724740FB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9111" y="2642616"/>
            <a:ext cx="4856274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Understanding Cosine Similarity and Its Applications | Built In">
            <a:extLst>
              <a:ext uri="{FF2B5EF4-FFF2-40B4-BE49-F238E27FC236}">
                <a16:creationId xmlns:a16="http://schemas.microsoft.com/office/drawing/2014/main" id="{5D337A7A-B74B-6187-02AA-B0E781D70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3721067"/>
            <a:ext cx="5614416" cy="144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359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48156-7275-BE7F-D0E9-6E6C06BC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/>
              <a:t>Principle Component Analysis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2D164-E4C5-E11C-4598-0C2B87885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Embeddings are not 3 dimensional, they are 1536-dimensional</a:t>
            </a:r>
          </a:p>
          <a:p>
            <a:r>
              <a:rPr lang="en-US" sz="2200" dirty="0"/>
              <a:t>PCA “collapses” dimensionality into principal axes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C110F-4FD5-6142-DBAA-0319C48DE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89" y="2290936"/>
            <a:ext cx="9598429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7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E8FFC-BA72-B052-540C-9E0AED67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Russel’s Circumflex of Affect (1980)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C2B65-96AD-756F-A733-6B099B2AC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2d graph of emotion</a:t>
            </a:r>
          </a:p>
          <a:p>
            <a:r>
              <a:rPr lang="en-US" sz="2200"/>
              <a:t>Neat</a:t>
            </a:r>
          </a:p>
          <a:p>
            <a:r>
              <a:rPr lang="en-US" sz="2200"/>
              <a:t>Cool</a:t>
            </a:r>
          </a:p>
          <a:p>
            <a:endParaRPr lang="en-US" sz="220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97410E9-CEB0-44F4-3354-84BE65AB4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089" y="640080"/>
            <a:ext cx="5918133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98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1D2B3-8436-7F84-8CB8-C1B0EF953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Shower thought time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1030" name="Picture 6" descr="Smucker's Chocolate Flavored Stripes Goober Peanut Butter &amp; Spread 12 Oz Jar  | Shop | Market Basket">
            <a:extLst>
              <a:ext uri="{FF2B5EF4-FFF2-40B4-BE49-F238E27FC236}">
                <a16:creationId xmlns:a16="http://schemas.microsoft.com/office/drawing/2014/main" id="{F6A198C0-86EB-8AB1-AAA6-880C6666A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277" y="2763238"/>
            <a:ext cx="2986896" cy="298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971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C711-AC97-7D7C-4675-80C006F7B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654" y="55843"/>
            <a:ext cx="10515600" cy="1325563"/>
          </a:xfrm>
        </p:spPr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4EAF5-C343-6AE0-0247-9D36F7444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FDD41-5403-2F56-775A-5FF268070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49" y="1320850"/>
            <a:ext cx="11486611" cy="542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64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30AF9-9995-7D4B-F47F-959EE469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Data!!1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08FA5-CB4E-2071-F014-81C34CAD1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Data</a:t>
            </a:r>
          </a:p>
          <a:p>
            <a:r>
              <a:rPr lang="en-US" sz="2200" dirty="0"/>
              <a:t>Data</a:t>
            </a:r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672637-BF58-84AA-6DA1-C127F8E15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10660"/>
            <a:ext cx="6903720" cy="5436679"/>
          </a:xfrm>
          <a:prstGeom prst="rect">
            <a:avLst/>
          </a:prstGeom>
        </p:spPr>
      </p:pic>
      <p:pic>
        <p:nvPicPr>
          <p:cNvPr id="6148" name="Picture 4" descr="Commander Data - Etsy">
            <a:extLst>
              <a:ext uri="{FF2B5EF4-FFF2-40B4-BE49-F238E27FC236}">
                <a16:creationId xmlns:a16="http://schemas.microsoft.com/office/drawing/2014/main" id="{588C5C22-1117-4B6F-B125-B7E540552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5" y="3855384"/>
            <a:ext cx="2336093" cy="185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001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</TotalTime>
  <Words>121</Words>
  <Application>Microsoft Office PowerPoint</Application>
  <PresentationFormat>Widescreen</PresentationFormat>
  <Paragraphs>24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The Sphereoplex</vt:lpstr>
      <vt:lpstr>Text Embedding Models</vt:lpstr>
      <vt:lpstr>Text Embedding Models</vt:lpstr>
      <vt:lpstr>Cosine Similarity</vt:lpstr>
      <vt:lpstr>Principle Component Analysis</vt:lpstr>
      <vt:lpstr>Russel’s Circumflex of Affect (1980)</vt:lpstr>
      <vt:lpstr>Shower thought time</vt:lpstr>
      <vt:lpstr>Setup</vt:lpstr>
      <vt:lpstr>Data!!1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Taylor</dc:creator>
  <cp:lastModifiedBy>dude bot</cp:lastModifiedBy>
  <cp:revision>5</cp:revision>
  <dcterms:created xsi:type="dcterms:W3CDTF">2026-03-27T18:24:42Z</dcterms:created>
  <dcterms:modified xsi:type="dcterms:W3CDTF">2026-03-28T22:36:57Z</dcterms:modified>
</cp:coreProperties>
</file>